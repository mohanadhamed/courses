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Saving Water at Home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short talk for the Sunrise staff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Small changes at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When you brush your teeth, the tap does not need to run all the time, so close it.</a:t>
            </a:r>
          </a:p>
          <a:p>
            <a:pPr lvl="0"/>
            <a:r>
              <a:rPr/>
              <a:t>A dripping tap in the kitchen wastes water all day and all night, so fix it soon.</a:t>
            </a:r>
          </a:p>
          <a:p>
            <a:pPr lvl="0"/>
            <a:r>
              <a:rPr/>
              <a:t>A short shower uses much less water than a full bath, and it is just as clean.</a:t>
            </a:r>
          </a:p>
          <a:p>
            <a:pPr lvl="0"/>
            <a:r>
              <a:rPr/>
              <a:t>Wash the car with a bucket of water, not with a hose that runs for a long time.</a:t>
            </a:r>
          </a:p>
          <a:p>
            <a:pPr lvl="0"/>
            <a:r>
              <a:rPr/>
              <a:t>Water the plants early in the morning or in the evening, when the sun is not strong.</a:t>
            </a:r>
          </a:p>
          <a:p>
            <a:pPr lvl="0"/>
            <a:r>
              <a:rPr/>
              <a:t>Use the washing machine only when it is full, and choose a short programme.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do at the office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Report a dripping tap at once.</a:t>
            </a:r>
          </a:p>
          <a:p>
            <a:pPr lvl="0"/>
            <a:r>
              <a:rPr/>
              <a:t>Turn off the tap after you wash.</a:t>
            </a:r>
          </a:p>
          <a:p>
            <a:pPr lvl="0"/>
            <a:r>
              <a:rPr/>
              <a:t>Boil only the water that you need.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Saving Water at Home</dc:title>
  <dc:creator/>
  <cp:keywords/>
  <dcterms:created xsi:type="dcterms:W3CDTF">2026-01-01T00:00:00Z</dcterms:created>
  <dcterms:modified xsi:type="dcterms:W3CDTF">2026-01-01T00:00:00Z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A short talk for the Sunrise staff</vt:lpwstr>
  </property>
</Properties>
</file>